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9C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HACKS 4.0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FixTrace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API Observability &amp; Auto-Remediation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1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DEVELOPER TOOLS / AI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75504" y="4892040"/>
            <a:ext cx="1828800" cy="0"/>
          </a:xfrm>
          <a:prstGeom prst="line">
            <a:avLst/>
          </a:prstGeom>
          <a:noFill/>
          <a:ln w="19050">
            <a:solidFill>
              <a:srgbClr val="4A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120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1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54406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TIDE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731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731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4846320"/>
          </a:xfrm>
          <a:prstGeom prst="roundRect">
            <a:avLst>
              <a:gd name="adj" fmla="val 2264"/>
            </a:avLst>
          </a:prstGeom>
          <a:solidFill>
            <a:srgbClr val="473A8C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lightweight, agentless API observability platform that automatically investigates backend errors and generates code-level fixes — without requiring any agent to be installed on the client's infrastructure.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 Must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97764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structured API logs through a single REST endpoint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version control systems (e.g., GitHub) to understand the application's source code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 user-provided LLM API keys to analyze stack traces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identify the root cause of API failures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the affected files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✦"/>
            </a:pPr>
            <a:r>
              <a:rPr lang="en-US" sz="125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deploy-ready code patch or an automated Pull Request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731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731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286000" cy="2286000"/>
          </a:xfrm>
          <a:prstGeom prst="rect">
            <a:avLst/>
          </a:prstGeom>
          <a:solidFill>
            <a:srgbClr val="473A8C"/>
          </a:solidFill>
          <a:ln w="25400">
            <a:solidFill>
              <a:srgbClr val="EFEDFB"/>
            </a:solidFill>
            <a:prstDash val="solid"/>
          </a:ln>
        </p:spPr>
      </p:sp>
      <p:pic>
        <p:nvPicPr>
          <p:cNvPr id="6" name="Image 0" descr="/home/claude/ppt/icon_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5087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Ingestion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71800" y="1005840"/>
            <a:ext cx="2286000" cy="2286000"/>
          </a:xfrm>
          <a:prstGeom prst="rect">
            <a:avLst/>
          </a:prstGeom>
          <a:solidFill>
            <a:srgbClr val="DAD5F2"/>
          </a:solidFill>
          <a:ln w="25400">
            <a:solidFill>
              <a:srgbClr val="EFEDFB"/>
            </a:solidFill>
            <a:prstDash val="solid"/>
          </a:ln>
        </p:spPr>
      </p:sp>
      <p:pic>
        <p:nvPicPr>
          <p:cNvPr id="9" name="Image 1" descr="/home/claude/ppt/icon_github_4A3A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50876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Indexing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337560"/>
            <a:ext cx="2286000" cy="2286000"/>
          </a:xfrm>
          <a:prstGeom prst="rect">
            <a:avLst/>
          </a:prstGeom>
          <a:solidFill>
            <a:srgbClr val="DAD5F2"/>
          </a:solidFill>
          <a:ln w="25400">
            <a:solidFill>
              <a:srgbClr val="EFEDFB"/>
            </a:solidFill>
            <a:prstDash val="solid"/>
          </a:ln>
        </p:spPr>
      </p:sp>
      <p:pic>
        <p:nvPicPr>
          <p:cNvPr id="12" name="Image 2" descr="/home/claude/ppt/icon_cpu_4A3A8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384048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4983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Analysis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971800" y="3337560"/>
            <a:ext cx="2286000" cy="2286000"/>
          </a:xfrm>
          <a:prstGeom prst="rect">
            <a:avLst/>
          </a:prstGeom>
          <a:solidFill>
            <a:srgbClr val="473A8C"/>
          </a:solidFill>
          <a:ln w="25400">
            <a:solidFill>
              <a:srgbClr val="EFEDFB"/>
            </a:solidFill>
            <a:prstDash val="solid"/>
          </a:ln>
        </p:spPr>
      </p:sp>
      <p:pic>
        <p:nvPicPr>
          <p:cNvPr id="15" name="Image 3" descr="/home/claude/ppt/icon_p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3840480"/>
            <a:ext cx="822960" cy="8229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71800" y="4983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577840" y="1005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5577840" y="1600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FixTrace watches your APIs without installing a single agent. Point your app at one endpoint, connect your GitHub repo, and let the platform trace failures straight back to the exact lines of code that caused them.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577840" y="2697480"/>
            <a:ext cx="292608" cy="292608"/>
          </a:xfrm>
          <a:prstGeom prst="ellipse">
            <a:avLst/>
          </a:prstGeom>
          <a:solidFill>
            <a:srgbClr val="473A8C"/>
          </a:solidFill>
          <a:ln/>
        </p:spPr>
      </p:sp>
      <p:sp>
        <p:nvSpPr>
          <p:cNvPr id="20" name="Text 14"/>
          <p:cNvSpPr/>
          <p:nvPr/>
        </p:nvSpPr>
        <p:spPr>
          <a:xfrm>
            <a:off x="55778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035040" y="264261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API error logs are pushed to a single REST ingestion endpoint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577840" y="3319272"/>
            <a:ext cx="292608" cy="292608"/>
          </a:xfrm>
          <a:prstGeom prst="ellipse">
            <a:avLst/>
          </a:prstGeom>
          <a:solidFill>
            <a:srgbClr val="473A8C"/>
          </a:solidFill>
          <a:ln/>
        </p:spPr>
      </p:sp>
      <p:sp>
        <p:nvSpPr>
          <p:cNvPr id="23" name="Text 17"/>
          <p:cNvSpPr/>
          <p:nvPr/>
        </p:nvSpPr>
        <p:spPr>
          <a:xfrm>
            <a:off x="557784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035040" y="3264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App indexes the source repo (AST + embeddings) for code context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577840" y="3941064"/>
            <a:ext cx="292608" cy="292608"/>
          </a:xfrm>
          <a:prstGeom prst="ellipse">
            <a:avLst/>
          </a:prstGeom>
          <a:solidFill>
            <a:srgbClr val="473A8C"/>
          </a:solidFill>
          <a:ln/>
        </p:spPr>
      </p:sp>
      <p:sp>
        <p:nvSpPr>
          <p:cNvPr id="26" name="Text 20"/>
          <p:cNvSpPr/>
          <p:nvPr/>
        </p:nvSpPr>
        <p:spPr>
          <a:xfrm>
            <a:off x="557784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035040" y="3886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traces are analyzed against retrieved code using the user's own LLM key (BYOK)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577840" y="4562856"/>
            <a:ext cx="292608" cy="292608"/>
          </a:xfrm>
          <a:prstGeom prst="ellipse">
            <a:avLst/>
          </a:prstGeom>
          <a:solidFill>
            <a:srgbClr val="473A8C"/>
          </a:solidFill>
          <a:ln/>
        </p:spPr>
      </p:sp>
      <p:sp>
        <p:nvSpPr>
          <p:cNvPr id="29" name="Text 23"/>
          <p:cNvSpPr/>
          <p:nvPr/>
        </p:nvSpPr>
        <p:spPr>
          <a:xfrm>
            <a:off x="5577840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035040" y="45079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+ affected file(s) are pinpointed automatically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577840" y="5184648"/>
            <a:ext cx="292608" cy="292608"/>
          </a:xfrm>
          <a:prstGeom prst="ellipse">
            <a:avLst/>
          </a:prstGeom>
          <a:solidFill>
            <a:srgbClr val="473A8C"/>
          </a:solidFill>
          <a:ln/>
        </p:spPr>
      </p:sp>
      <p:sp>
        <p:nvSpPr>
          <p:cNvPr id="32" name="Text 26"/>
          <p:cNvSpPr/>
          <p:nvPr/>
        </p:nvSpPr>
        <p:spPr>
          <a:xfrm>
            <a:off x="557784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035040" y="51297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deploy-ready patch is generated, or a Pull Request is opened for review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731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731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4846320"/>
          </a:xfrm>
          <a:prstGeom prst="roundRect">
            <a:avLst>
              <a:gd name="adj" fmla="val 2264"/>
            </a:avLst>
          </a:prstGeom>
          <a:solidFill>
            <a:srgbClr val="473A8C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325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and Showstopper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5156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/icon_key_4A3A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945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756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Key (BYOK)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450592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quality depends on the user supplying a valid, sufficiently-provisioned LLM API key.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/icon_github_4A3A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4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756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Access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132320" y="2450592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repo read/write permissions via a GitHub App to index code and open PRs.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51560" y="4160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/icon_layers_4A3A8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51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330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Schema Compliance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737360" y="4507992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applications must emit structured logs matching the expected JSON schema.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ppt/icon_alert_4A3A8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519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41330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Limits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32320" y="4507992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large repositories may exceed LLM context limits, needing chunked retrieval (RAG).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731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731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2514600"/>
          </a:xfrm>
          <a:prstGeom prst="roundRect">
            <a:avLst>
              <a:gd name="adj" fmla="val 4364"/>
            </a:avLst>
          </a:prstGeom>
          <a:solidFill>
            <a:srgbClr val="473A8C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Info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outcomes FixTrace is designed to deliver once integrated into a team's CI/CD and on-call workflow, based on typical agentless-observability benchmarks.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27271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Mean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Resolution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67278" y="2331720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67278" y="2852928"/>
            <a:ext cx="27271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root cause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7278" y="2377440"/>
            <a:ext cx="0" cy="640080"/>
          </a:xfrm>
          <a:prstGeom prst="line">
            <a:avLst/>
          </a:prstGeom>
          <a:noFill/>
          <a:ln w="12700">
            <a:solidFill>
              <a:srgbClr val="6B5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476" y="2331720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94476" y="2852928"/>
            <a:ext cx="27271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supported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4476" y="2377440"/>
            <a:ext cx="0" cy="640080"/>
          </a:xfrm>
          <a:prstGeom prst="line">
            <a:avLst/>
          </a:prstGeom>
          <a:noFill/>
          <a:ln w="12700">
            <a:solidFill>
              <a:srgbClr val="6B5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1674" y="2331720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21674" y="2852928"/>
            <a:ext cx="27271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patch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accuracy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21674" y="2377440"/>
            <a:ext cx="0" cy="640080"/>
          </a:xfrm>
          <a:prstGeom prst="line">
            <a:avLst/>
          </a:prstGeom>
          <a:noFill/>
          <a:ln w="12700">
            <a:solidFill>
              <a:srgbClr val="6B5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21" name="Image 0" descr="/home/claude/ppt/icon_server_4A3A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4389120"/>
            <a:ext cx="402336" cy="40233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496312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24" name="Image 1" descr="/home/claude/ppt/icon_github_4A3A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4389120"/>
            <a:ext cx="402336" cy="40233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542032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API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352544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27" name="Image 2" descr="/home/claude/ppt/icon_database_4A3A8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4389120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398264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+ Postgres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208776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30" name="Image 3" descr="/home/claude/ppt/icon_cpu_4A3A8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4389120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54496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(BYOK)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065008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33" name="Image 4" descr="/home/claude/ppt/icon_layers_4A3A8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4389120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10728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9921240" y="425196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5F2"/>
            </a:solidFill>
            <a:prstDash val="solid"/>
          </a:ln>
          <a:effectLst>
            <a:outerShdw sx="100000" sy="100000" kx="0" ky="0" algn="bl" rotWithShape="0" blurRad="76200" dist="25400" dir="5400000">
              <a:srgbClr val="8177B8">
                <a:alpha val="18000"/>
              </a:srgbClr>
            </a:outerShdw>
          </a:effectLst>
        </p:spPr>
      </p:sp>
      <p:pic>
        <p:nvPicPr>
          <p:cNvPr id="36" name="Image 5" descr="/home/claude/ppt/icon_code_4A3A8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4389120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66960" y="4818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3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7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Twin Tide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1920240"/>
                <a:gridCol w="1645920"/>
                <a:gridCol w="14904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College Name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College City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Team Leader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Gender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Monika M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Panimalar Engineering College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Chennai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Female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Ramya 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Panimalar Engineering College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Chennai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0F7"/>
                          </a:solidFill>
                        </a:rPr>
                        <a:t>Female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A6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1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AIML • 3rd Year • Department of Artificial Intelligence &amp; Machine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2026-08-13T17:29:10Z</dcterms:created>
  <dcterms:modified xsi:type="dcterms:W3CDTF">2026-08-13T17:29:10Z</dcterms:modified>
</cp:coreProperties>
</file>